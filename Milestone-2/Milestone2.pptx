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891FE-8307-4F30-9571-1EE4E6D79AFF}" v="11" dt="2025-11-14T17:20:37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am chipkar" userId="f16cdcd321338ab3" providerId="LiveId" clId="{C521DB38-EAA0-4A23-A27F-139C3B16174F}"/>
    <pc:docChg chg="custSel addSld modSld sldOrd">
      <pc:chgData name="Gautam chipkar" userId="f16cdcd321338ab3" providerId="LiveId" clId="{C521DB38-EAA0-4A23-A27F-139C3B16174F}" dt="2025-11-14T17:24:02.343" v="203" actId="20577"/>
      <pc:docMkLst>
        <pc:docMk/>
      </pc:docMkLst>
      <pc:sldChg chg="modSp mod">
        <pc:chgData name="Gautam chipkar" userId="f16cdcd321338ab3" providerId="LiveId" clId="{C521DB38-EAA0-4A23-A27F-139C3B16174F}" dt="2025-11-14T17:15:14.503" v="38"/>
        <pc:sldMkLst>
          <pc:docMk/>
          <pc:sldMk cId="243105032" sldId="260"/>
        </pc:sldMkLst>
        <pc:spChg chg="mod">
          <ac:chgData name="Gautam chipkar" userId="f16cdcd321338ab3" providerId="LiveId" clId="{C521DB38-EAA0-4A23-A27F-139C3B16174F}" dt="2025-11-14T17:15:14.503" v="38"/>
          <ac:spMkLst>
            <pc:docMk/>
            <pc:sldMk cId="243105032" sldId="260"/>
            <ac:spMk id="2" creationId="{010BC1B9-EF2E-8AF6-7FEC-A47FAFBB95CA}"/>
          </ac:spMkLst>
        </pc:spChg>
      </pc:sldChg>
      <pc:sldChg chg="modSp mod">
        <pc:chgData name="Gautam chipkar" userId="f16cdcd321338ab3" providerId="LiveId" clId="{C521DB38-EAA0-4A23-A27F-139C3B16174F}" dt="2025-11-14T17:15:25.035" v="39"/>
        <pc:sldMkLst>
          <pc:docMk/>
          <pc:sldMk cId="2385417532" sldId="261"/>
        </pc:sldMkLst>
        <pc:spChg chg="mod">
          <ac:chgData name="Gautam chipkar" userId="f16cdcd321338ab3" providerId="LiveId" clId="{C521DB38-EAA0-4A23-A27F-139C3B16174F}" dt="2025-11-14T17:15:25.035" v="39"/>
          <ac:spMkLst>
            <pc:docMk/>
            <pc:sldMk cId="2385417532" sldId="261"/>
            <ac:spMk id="3" creationId="{5ECD8A88-15F1-C589-C6FA-DF9ED28EBC55}"/>
          </ac:spMkLst>
        </pc:spChg>
      </pc:sldChg>
      <pc:sldChg chg="modSp mod">
        <pc:chgData name="Gautam chipkar" userId="f16cdcd321338ab3" providerId="LiveId" clId="{C521DB38-EAA0-4A23-A27F-139C3B16174F}" dt="2025-11-14T17:15:35.515" v="40"/>
        <pc:sldMkLst>
          <pc:docMk/>
          <pc:sldMk cId="555402394" sldId="262"/>
        </pc:sldMkLst>
        <pc:spChg chg="mod">
          <ac:chgData name="Gautam chipkar" userId="f16cdcd321338ab3" providerId="LiveId" clId="{C521DB38-EAA0-4A23-A27F-139C3B16174F}" dt="2025-11-14T17:15:35.515" v="40"/>
          <ac:spMkLst>
            <pc:docMk/>
            <pc:sldMk cId="555402394" sldId="262"/>
            <ac:spMk id="3" creationId="{F99F4FBE-8236-B673-5AB7-94185EF2599C}"/>
          </ac:spMkLst>
        </pc:spChg>
      </pc:sldChg>
      <pc:sldChg chg="delSp modSp mod">
        <pc:chgData name="Gautam chipkar" userId="f16cdcd321338ab3" providerId="LiveId" clId="{C521DB38-EAA0-4A23-A27F-139C3B16174F}" dt="2025-11-14T17:15:43.826" v="41"/>
        <pc:sldMkLst>
          <pc:docMk/>
          <pc:sldMk cId="853672376" sldId="264"/>
        </pc:sldMkLst>
        <pc:spChg chg="mod">
          <ac:chgData name="Gautam chipkar" userId="f16cdcd321338ab3" providerId="LiveId" clId="{C521DB38-EAA0-4A23-A27F-139C3B16174F}" dt="2025-11-14T17:15:43.826" v="41"/>
          <ac:spMkLst>
            <pc:docMk/>
            <pc:sldMk cId="853672376" sldId="264"/>
            <ac:spMk id="4" creationId="{84FDF1AE-3323-F04C-7A5A-09AACADE242F}"/>
          </ac:spMkLst>
        </pc:spChg>
        <pc:spChg chg="mod">
          <ac:chgData name="Gautam chipkar" userId="f16cdcd321338ab3" providerId="LiveId" clId="{C521DB38-EAA0-4A23-A27F-139C3B16174F}" dt="2025-11-14T17:14:36.466" v="33" actId="207"/>
          <ac:spMkLst>
            <pc:docMk/>
            <pc:sldMk cId="853672376" sldId="264"/>
            <ac:spMk id="8" creationId="{2E51BA60-42A8-FA7D-06BE-32FFE03A3C8A}"/>
          </ac:spMkLst>
        </pc:spChg>
        <pc:spChg chg="del mod">
          <ac:chgData name="Gautam chipkar" userId="f16cdcd321338ab3" providerId="LiveId" clId="{C521DB38-EAA0-4A23-A27F-139C3B16174F}" dt="2025-11-14T17:13:22.242" v="21" actId="21"/>
          <ac:spMkLst>
            <pc:docMk/>
            <pc:sldMk cId="853672376" sldId="264"/>
            <ac:spMk id="9" creationId="{917CC00F-E2B7-1648-3771-9A9696D1C7C9}"/>
          </ac:spMkLst>
        </pc:spChg>
        <pc:spChg chg="del mod">
          <ac:chgData name="Gautam chipkar" userId="f16cdcd321338ab3" providerId="LiveId" clId="{C521DB38-EAA0-4A23-A27F-139C3B16174F}" dt="2025-11-14T17:13:11.521" v="19" actId="21"/>
          <ac:spMkLst>
            <pc:docMk/>
            <pc:sldMk cId="853672376" sldId="264"/>
            <ac:spMk id="10" creationId="{DE638E10-4C87-6FFB-F93B-B4A56489109E}"/>
          </ac:spMkLst>
        </pc:spChg>
        <pc:picChg chg="del">
          <ac:chgData name="Gautam chipkar" userId="f16cdcd321338ab3" providerId="LiveId" clId="{C521DB38-EAA0-4A23-A27F-139C3B16174F}" dt="2025-11-14T17:12:56.862" v="10" actId="478"/>
          <ac:picMkLst>
            <pc:docMk/>
            <pc:sldMk cId="853672376" sldId="264"/>
            <ac:picMk id="3" creationId="{B1D58A97-D58C-9E42-76DC-1D39F8C5D6B4}"/>
          </ac:picMkLst>
        </pc:picChg>
        <pc:picChg chg="mod">
          <ac:chgData name="Gautam chipkar" userId="f16cdcd321338ab3" providerId="LiveId" clId="{C521DB38-EAA0-4A23-A27F-139C3B16174F}" dt="2025-11-14T17:13:53.712" v="28" actId="1076"/>
          <ac:picMkLst>
            <pc:docMk/>
            <pc:sldMk cId="853672376" sldId="264"/>
            <ac:picMk id="6" creationId="{3DE4BB50-2F59-C2F4-5863-B3DE5992D728}"/>
          </ac:picMkLst>
        </pc:picChg>
      </pc:sldChg>
      <pc:sldChg chg="addSp delSp modSp new mod ord">
        <pc:chgData name="Gautam chipkar" userId="f16cdcd321338ab3" providerId="LiveId" clId="{C521DB38-EAA0-4A23-A27F-139C3B16174F}" dt="2025-11-14T17:24:02.343" v="203" actId="20577"/>
        <pc:sldMkLst>
          <pc:docMk/>
          <pc:sldMk cId="15337725" sldId="265"/>
        </pc:sldMkLst>
        <pc:spChg chg="add del mod">
          <ac:chgData name="Gautam chipkar" userId="f16cdcd321338ab3" providerId="LiveId" clId="{C521DB38-EAA0-4A23-A27F-139C3B16174F}" dt="2025-11-14T17:12:37.210" v="3" actId="478"/>
          <ac:spMkLst>
            <pc:docMk/>
            <pc:sldMk cId="15337725" sldId="265"/>
            <ac:spMk id="3" creationId="{46CF40DA-898E-5AA9-1ACE-620264A05D01}"/>
          </ac:spMkLst>
        </pc:spChg>
        <pc:spChg chg="add mod">
          <ac:chgData name="Gautam chipkar" userId="f16cdcd321338ab3" providerId="LiveId" clId="{C521DB38-EAA0-4A23-A27F-139C3B16174F}" dt="2025-11-14T17:18:17.061" v="50" actId="14100"/>
          <ac:spMkLst>
            <pc:docMk/>
            <pc:sldMk cId="15337725" sldId="265"/>
            <ac:spMk id="7" creationId="{7D64187B-4561-5CDA-245E-081FDB8ED9AD}"/>
          </ac:spMkLst>
        </pc:spChg>
        <pc:spChg chg="add mod">
          <ac:chgData name="Gautam chipkar" userId="f16cdcd321338ab3" providerId="LiveId" clId="{C521DB38-EAA0-4A23-A27F-139C3B16174F}" dt="2025-11-14T17:24:02.343" v="203" actId="20577"/>
          <ac:spMkLst>
            <pc:docMk/>
            <pc:sldMk cId="15337725" sldId="265"/>
            <ac:spMk id="8" creationId="{92F65E62-EAF4-6610-0FF5-6A27FE84BCDE}"/>
          </ac:spMkLst>
        </pc:spChg>
        <pc:picChg chg="add mod">
          <ac:chgData name="Gautam chipkar" userId="f16cdcd321338ab3" providerId="LiveId" clId="{C521DB38-EAA0-4A23-A27F-139C3B16174F}" dt="2025-11-14T17:17:59.113" v="45" actId="1076"/>
          <ac:picMkLst>
            <pc:docMk/>
            <pc:sldMk cId="15337725" sldId="265"/>
            <ac:picMk id="5" creationId="{157C95ED-DD94-D21C-411D-57072CCDDBE3}"/>
          </ac:picMkLst>
        </pc:picChg>
      </pc:sldChg>
      <pc:sldChg chg="addSp modSp new mod">
        <pc:chgData name="Gautam chipkar" userId="f16cdcd321338ab3" providerId="LiveId" clId="{C521DB38-EAA0-4A23-A27F-139C3B16174F}" dt="2025-11-14T17:20:41.138" v="170" actId="1076"/>
        <pc:sldMkLst>
          <pc:docMk/>
          <pc:sldMk cId="669997007" sldId="266"/>
        </pc:sldMkLst>
        <pc:spChg chg="add mod">
          <ac:chgData name="Gautam chipkar" userId="f16cdcd321338ab3" providerId="LiveId" clId="{C521DB38-EAA0-4A23-A27F-139C3B16174F}" dt="2025-11-14T17:20:19.796" v="157" actId="1076"/>
          <ac:spMkLst>
            <pc:docMk/>
            <pc:sldMk cId="669997007" sldId="266"/>
            <ac:spMk id="4" creationId="{94F5E982-19E4-D5A5-7FF3-009D9B26387C}"/>
          </ac:spMkLst>
        </pc:spChg>
        <pc:spChg chg="add mod">
          <ac:chgData name="Gautam chipkar" userId="f16cdcd321338ab3" providerId="LiveId" clId="{C521DB38-EAA0-4A23-A27F-139C3B16174F}" dt="2025-11-14T17:20:41.138" v="170" actId="1076"/>
          <ac:spMkLst>
            <pc:docMk/>
            <pc:sldMk cId="669997007" sldId="266"/>
            <ac:spMk id="5" creationId="{AA188047-0EFA-877F-A494-F5BFD0F88E78}"/>
          </ac:spMkLst>
        </pc:spChg>
        <pc:picChg chg="add mod">
          <ac:chgData name="Gautam chipkar" userId="f16cdcd321338ab3" providerId="LiveId" clId="{C521DB38-EAA0-4A23-A27F-139C3B16174F}" dt="2025-11-14T17:19:48.630" v="137" actId="1076"/>
          <ac:picMkLst>
            <pc:docMk/>
            <pc:sldMk cId="669997007" sldId="266"/>
            <ac:picMk id="3" creationId="{B5778997-9453-00B8-0A5D-E9EF65DDC1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6E63EA-A37F-145B-C411-53A37C3B2323}"/>
              </a:ext>
            </a:extLst>
          </p:cNvPr>
          <p:cNvSpPr txBox="1"/>
          <p:nvPr/>
        </p:nvSpPr>
        <p:spPr>
          <a:xfrm>
            <a:off x="3608439" y="2996832"/>
            <a:ext cx="5329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Light" panose="020E0507020206020404" pitchFamily="34" charset="0"/>
              </a:rPr>
              <a:t>Controlling volume with hand gestures using a webcam 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Light" panose="020E0507020206020404" pitchFamily="34" charset="0"/>
            </a:endParaRPr>
          </a:p>
          <a:p>
            <a:pPr algn="ctr"/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59C58-E821-BB8F-B60A-FC827FA45B15}"/>
              </a:ext>
            </a:extLst>
          </p:cNvPr>
          <p:cNvSpPr txBox="1"/>
          <p:nvPr/>
        </p:nvSpPr>
        <p:spPr>
          <a:xfrm>
            <a:off x="4876801" y="4109884"/>
            <a:ext cx="4630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: GAUTAM N CHIPKAR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 descr="A blue and orange text&#10;&#10;AI-generated content may be incorrect.">
            <a:extLst>
              <a:ext uri="{FF2B5EF4-FFF2-40B4-BE49-F238E27FC236}">
                <a16:creationId xmlns:a16="http://schemas.microsoft.com/office/drawing/2014/main" id="{C35E1F6D-EB72-5661-3432-E9513D0D0F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01418" y="297181"/>
            <a:ext cx="2143125" cy="2143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88010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05F0D5-B290-5751-B437-3E83AA1D7FFE}"/>
              </a:ext>
            </a:extLst>
          </p:cNvPr>
          <p:cNvSpPr txBox="1"/>
          <p:nvPr/>
        </p:nvSpPr>
        <p:spPr>
          <a:xfrm>
            <a:off x="2005781" y="550606"/>
            <a:ext cx="8436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2 </a:t>
            </a:r>
          </a:p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GESTURE RECOGNITION AND DISTANCE MEASUREMENT </a:t>
            </a:r>
          </a:p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Core code snippets used for HAND LAND MARK DETECTION 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702E5-4B50-893B-DE65-A764F6B539EB}"/>
              </a:ext>
            </a:extLst>
          </p:cNvPr>
          <p:cNvSpPr txBox="1"/>
          <p:nvPr/>
        </p:nvSpPr>
        <p:spPr>
          <a:xfrm>
            <a:off x="1730477" y="1671484"/>
            <a:ext cx="70202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IMPORTING LIBRARIES :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 cv2,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mediapipe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numpy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np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Pandas as pd, matplotlib as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plt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Loads all essential libraries for video capture , landmark detection , data handling and visualization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2. INITILAZING MEDIAPIPE HANDS 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mp_hands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mp.solutions.hands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mp_drawing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mp.solutions.drawing_utils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hands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mp_hands.HANDS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static_image_mode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=False,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model_complexity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=1,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min_detection_confidence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=0.75,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min_tracking_confidence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=0.75 )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Sets up the hand detection model with confidence thresholds and tracking enabled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Detects up to 2 hands and tracks 21 key landmarks per hand</a:t>
            </a: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504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E6839-5F76-A2C0-200C-E0600D49756B}"/>
              </a:ext>
            </a:extLst>
          </p:cNvPr>
          <p:cNvSpPr txBox="1"/>
          <p:nvPr/>
        </p:nvSpPr>
        <p:spPr>
          <a:xfrm>
            <a:off x="2358189" y="1106905"/>
            <a:ext cx="70585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CAPTURING FRAME FROM WEBCAM: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 = cv2.VideoCapture(0,cv2.CAP_DSHOW) ret, 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frame =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cap.read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cap.release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frame = cv2.flip(frame, 1)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frame_rgb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cv2.cvtColor(frame,cv2.Color(frame,cv2.COLOR_BGR2RGB)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Captures a live webcam frame, flips it for a mirror view, and converts it to RGB (required by MEDIAPIPE)</a:t>
            </a: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4. PROCESSING THE FRAME: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Results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hands.process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frames_rgb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           if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results.multi_hand_landmarks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:</a:t>
            </a:r>
          </a:p>
          <a:p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Hand_lamdmarks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results.multi_hand_landmarks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[0]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Sends the captured frame to the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Mediapie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model to detect and extract landmarks 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51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4297C-69C9-80AE-D453-FF56F845BF38}"/>
              </a:ext>
            </a:extLst>
          </p:cNvPr>
          <p:cNvSpPr txBox="1"/>
          <p:nvPr/>
        </p:nvSpPr>
        <p:spPr>
          <a:xfrm>
            <a:off x="1111044" y="570273"/>
            <a:ext cx="582069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 LANDMARK TABLE: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 = cv2.VideoCapture(0) # Use 0 for the default webcam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not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cap.isOpened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print("Error: Cannot open webcam.")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print("Webcam opened. Starting feed...")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print("--- INTERRUPT KERNEL TO STOP ---")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try: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while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cap.isOpened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success, frame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cap.read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if not success: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    print("Ignoring empty camera frame.")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    continue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# Flip the image horizontally for a later selfie-view display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frame = cv2.flip(frame, 1)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use case of this code is to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the detected hand landmarks from a single video frame, extract the specific coordinates for each of the 21 points, and organize that data into a structured list.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This list is then used to create the pandas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DataFrame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(the table).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A table of numbers and letters">
            <a:extLst>
              <a:ext uri="{FF2B5EF4-FFF2-40B4-BE49-F238E27FC236}">
                <a16:creationId xmlns:a16="http://schemas.microsoft.com/office/drawing/2014/main" id="{596653AD-99D9-3068-AFE0-4B7AFFD5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057" y="474360"/>
            <a:ext cx="4567955" cy="590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8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BC1B9-EF2E-8AF6-7FEC-A47FAFBB95CA}"/>
              </a:ext>
            </a:extLst>
          </p:cNvPr>
          <p:cNvSpPr txBox="1"/>
          <p:nvPr/>
        </p:nvSpPr>
        <p:spPr>
          <a:xfrm>
            <a:off x="1396001" y="363794"/>
            <a:ext cx="875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DISTANCE CALCULATION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EE59D-8F16-845E-EBD1-DF806ACF0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25" y="831449"/>
            <a:ext cx="8678486" cy="2676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E3F116-0945-F84C-9377-5B7892907A13}"/>
              </a:ext>
            </a:extLst>
          </p:cNvPr>
          <p:cNvSpPr txBox="1"/>
          <p:nvPr/>
        </p:nvSpPr>
        <p:spPr>
          <a:xfrm>
            <a:off x="1468225" y="5818928"/>
            <a:ext cx="8678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Case:</a:t>
            </a:r>
            <a:r>
              <a:rPr lang="en-US" dirty="0"/>
              <a:t> This function is a general-purpose mathematical tool. Its use case is to calculate the 2D Euclidean (straight-line) distance between any two points (p1, p2) on the screen. It takes two (x, y) coordinate tuples and returns a single distance value in pixels.</a:t>
            </a:r>
            <a:endParaRPr lang="en-IN" dirty="0"/>
          </a:p>
        </p:txBody>
      </p:sp>
      <p:pic>
        <p:nvPicPr>
          <p:cNvPr id="8" name="Picture 7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14D68891-6D12-11FA-D882-CA692569F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178" y="3557509"/>
            <a:ext cx="4988354" cy="221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CD8A88-15F1-C589-C6FA-DF9ED28EBC55}"/>
              </a:ext>
            </a:extLst>
          </p:cNvPr>
          <p:cNvSpPr txBox="1"/>
          <p:nvPr/>
        </p:nvSpPr>
        <p:spPr>
          <a:xfrm>
            <a:off x="1890252" y="55275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SEQUENTIAL DISTANCE CALCULATION &amp;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C54ED-8F89-29B7-8BD5-47CE99190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2" y="1043357"/>
            <a:ext cx="7003437" cy="3440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C3DD03-CFEB-30BF-8BF9-CFC95D04FD54}"/>
              </a:ext>
            </a:extLst>
          </p:cNvPr>
          <p:cNvSpPr txBox="1"/>
          <p:nvPr/>
        </p:nvSpPr>
        <p:spPr>
          <a:xfrm>
            <a:off x="1258529" y="4614314"/>
            <a:ext cx="865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 Case:</a:t>
            </a:r>
            <a:r>
              <a:rPr lang="en-US" dirty="0"/>
              <a:t> This snippet's use case is to process the detected landmarks for a single hand. It gets the pixel coordinates of all 5 fingertips, then calculates the distance between </a:t>
            </a:r>
            <a:r>
              <a:rPr lang="en-US" i="1" dirty="0"/>
              <a:t>sequential</a:t>
            </a:r>
            <a:r>
              <a:rPr lang="en-US" dirty="0"/>
              <a:t> tips (Thumb-to-Index, Index-to-Middle, etc.). It also </a:t>
            </a:r>
            <a:r>
              <a:rPr lang="en-US" i="1" dirty="0"/>
              <a:t>visualizes</a:t>
            </a:r>
            <a:r>
              <a:rPr lang="en-US" dirty="0"/>
              <a:t> these specific distances by drawing a magenta line between the corresponding fingertips.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41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F4FBE-8236-B673-5AB7-94185EF2599C}"/>
              </a:ext>
            </a:extLst>
          </p:cNvPr>
          <p:cNvSpPr txBox="1"/>
          <p:nvPr/>
        </p:nvSpPr>
        <p:spPr>
          <a:xfrm>
            <a:off x="1487130" y="444599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LIVE DATA DISPLAY (On-Screen Logging)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8652F-6924-B4EE-177E-482364B46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30" y="813931"/>
            <a:ext cx="7872692" cy="349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0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FF6C6D-DCB0-A10C-7EED-3C002F9EA56D}"/>
              </a:ext>
            </a:extLst>
          </p:cNvPr>
          <p:cNvSpPr txBox="1"/>
          <p:nvPr/>
        </p:nvSpPr>
        <p:spPr>
          <a:xfrm>
            <a:off x="1516625" y="4303589"/>
            <a:ext cx="82271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Case : </a:t>
            </a:r>
            <a:r>
              <a:rPr lang="en-US" dirty="0"/>
              <a:t>This snippet's use case is to create a "dashboard" or "Heads-Up Display (HUD)" on the video feed. It first draws a dark, semi-transparent box at the bottom of the screen to make text readable. Then, it takes the </a:t>
            </a:r>
            <a:r>
              <a:rPr lang="en-US" dirty="0" err="1">
                <a:latin typeface="Courier New" panose="02070309020205020404" pitchFamily="49" charset="0"/>
              </a:rPr>
              <a:t>all_hand_distances</a:t>
            </a:r>
            <a:r>
              <a:rPr lang="en-US" dirty="0"/>
              <a:t> dictionary (populated by Snippet 2) and uses </a:t>
            </a:r>
            <a:r>
              <a:rPr lang="en-US" dirty="0">
                <a:latin typeface="Courier New" panose="02070309020205020404" pitchFamily="49" charset="0"/>
              </a:rPr>
              <a:t>cv2.putText</a:t>
            </a:r>
            <a:r>
              <a:rPr lang="en-US" dirty="0"/>
              <a:t> to "log" the current, real-time distance values for both the left and right hands, neatly organized in columns.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71749A-852B-9FB8-8551-4251873F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50" y="839911"/>
            <a:ext cx="787269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2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FDF1AE-3323-F04C-7A5A-09AACADE242F}"/>
              </a:ext>
            </a:extLst>
          </p:cNvPr>
          <p:cNvSpPr txBox="1"/>
          <p:nvPr/>
        </p:nvSpPr>
        <p:spPr>
          <a:xfrm>
            <a:off x="1674447" y="528057"/>
            <a:ext cx="588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PINCH DETECTION LOGIC :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4BB50-2F59-C2F4-5863-B3DE5992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4" y="1070959"/>
            <a:ext cx="8091948" cy="4095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1BA60-42A8-FA7D-06BE-32FFE03A3C8A}"/>
              </a:ext>
            </a:extLst>
          </p:cNvPr>
          <p:cNvSpPr txBox="1"/>
          <p:nvPr/>
        </p:nvSpPr>
        <p:spPr>
          <a:xfrm>
            <a:off x="1936953" y="5325376"/>
            <a:ext cx="7905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snippet is where the program </a:t>
            </a:r>
            <a:r>
              <a:rPr lang="en-US" i="1" dirty="0"/>
              <a:t>calculates</a:t>
            </a:r>
            <a:r>
              <a:rPr lang="en-US" dirty="0"/>
              <a:t> the distance and </a:t>
            </a:r>
            <a:r>
              <a:rPr lang="en-US" i="1" dirty="0"/>
              <a:t>decides</a:t>
            </a:r>
            <a:r>
              <a:rPr lang="en-US" dirty="0"/>
              <a:t> if a pinch is happening. It gets the coordinates for the thumb and index tips, retrieves the distance we calculated, and compares it to the </a:t>
            </a:r>
            <a:r>
              <a:rPr lang="en-US" dirty="0">
                <a:latin typeface="Courier New" panose="02070309020205020404" pitchFamily="49" charset="0"/>
              </a:rPr>
              <a:t>PINCH_THRESHOLD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67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7C95ED-DD94-D21C-411D-57072CCD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564" y="1034356"/>
            <a:ext cx="7472729" cy="3870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64187B-4561-5CDA-245E-081FDB8ED9AD}"/>
              </a:ext>
            </a:extLst>
          </p:cNvPr>
          <p:cNvSpPr txBox="1"/>
          <p:nvPr/>
        </p:nvSpPr>
        <p:spPr>
          <a:xfrm>
            <a:off x="2246564" y="4945010"/>
            <a:ext cx="7472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Use case (</a:t>
            </a:r>
            <a:r>
              <a:rPr lang="en-US" b="1" dirty="0" err="1"/>
              <a:t>Gradio</a:t>
            </a:r>
            <a:r>
              <a:rPr lang="en-US" b="1" dirty="0"/>
              <a:t>):</a:t>
            </a:r>
            <a:r>
              <a:rPr lang="en-US" dirty="0"/>
              <a:t> very quick prototyping, local demos, shareable links; no frontend HTML/CSS work required. Best when you control the Python runtime and want a single-file app.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65E62-EAF4-6610-0FF5-6A27FE84BCDE}"/>
              </a:ext>
            </a:extLst>
          </p:cNvPr>
          <p:cNvSpPr txBox="1"/>
          <p:nvPr/>
        </p:nvSpPr>
        <p:spPr>
          <a:xfrm>
            <a:off x="2246564" y="620328"/>
            <a:ext cx="747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Frontend for HAND GESTURE </a:t>
            </a: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PINCH DETECTION : 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37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call&#10;&#10;AI-generated content may be incorrect.">
            <a:extLst>
              <a:ext uri="{FF2B5EF4-FFF2-40B4-BE49-F238E27FC236}">
                <a16:creationId xmlns:a16="http://schemas.microsoft.com/office/drawing/2014/main" id="{B5778997-9453-00B8-0A5D-E9EF65DDC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67" y="1628581"/>
            <a:ext cx="8195265" cy="3847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5E982-19E4-D5A5-7FF3-009D9B26387C}"/>
              </a:ext>
            </a:extLst>
          </p:cNvPr>
          <p:cNvSpPr txBox="1"/>
          <p:nvPr/>
        </p:nvSpPr>
        <p:spPr>
          <a:xfrm>
            <a:off x="4608910" y="796657"/>
            <a:ext cx="5584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OUTPUT </a:t>
            </a:r>
            <a:endParaRPr lang="en-IN" sz="3200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88047-0EFA-877F-A494-F5BFD0F88E78}"/>
              </a:ext>
            </a:extLst>
          </p:cNvPr>
          <p:cNvSpPr txBox="1"/>
          <p:nvPr/>
        </p:nvSpPr>
        <p:spPr>
          <a:xfrm>
            <a:off x="5370909" y="5838215"/>
            <a:ext cx="406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9997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{2DC48E87-2B05-4033-8C7C-E2513CED0ABB}tf04033919</Template>
  <TotalTime>216</TotalTime>
  <Words>795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Copperplate Gothic Light</vt:lpstr>
      <vt:lpstr>Courier New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 chipkar</dc:creator>
  <cp:lastModifiedBy>Gautam chipkar</cp:lastModifiedBy>
  <cp:revision>1</cp:revision>
  <dcterms:created xsi:type="dcterms:W3CDTF">2025-11-13T11:12:55Z</dcterms:created>
  <dcterms:modified xsi:type="dcterms:W3CDTF">2025-11-14T17:24:04Z</dcterms:modified>
</cp:coreProperties>
</file>